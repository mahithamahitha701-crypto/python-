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3C9F1D-98B8-4142-8071-B9F9A1B9C098}" v="12" dt="2026-03-17T03:47:19.2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jjireddy mahitha" userId="fd0b72b5375f14f7" providerId="LiveId" clId="{7CF6EF40-42BB-492A-B78B-3E43A434F7D9}"/>
    <pc:docChg chg="custSel delSld modSld sldOrd">
      <pc:chgData name="Bujjireddy mahitha" userId="fd0b72b5375f14f7" providerId="LiveId" clId="{7CF6EF40-42BB-492A-B78B-3E43A434F7D9}" dt="2026-03-17T03:52:04.709" v="48" actId="6264"/>
      <pc:docMkLst>
        <pc:docMk/>
      </pc:docMkLst>
      <pc:sldChg chg="modSp">
        <pc:chgData name="Bujjireddy mahitha" userId="fd0b72b5375f14f7" providerId="LiveId" clId="{7CF6EF40-42BB-492A-B78B-3E43A434F7D9}" dt="2026-03-17T03:47:19.291" v="39"/>
        <pc:sldMkLst>
          <pc:docMk/>
          <pc:sldMk cId="0" sldId="256"/>
        </pc:sldMkLst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56"/>
            <ac:spMk id="2" creationId="{00000000-0000-0000-0000-000000000000}"/>
          </ac:spMkLst>
        </pc:spChg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Bujjireddy mahitha" userId="fd0b72b5375f14f7" providerId="LiveId" clId="{7CF6EF40-42BB-492A-B78B-3E43A434F7D9}" dt="2026-03-17T03:47:19.291" v="39"/>
        <pc:sldMkLst>
          <pc:docMk/>
          <pc:sldMk cId="0" sldId="257"/>
        </pc:sldMkLst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57"/>
            <ac:spMk id="2" creationId="{00000000-0000-0000-0000-000000000000}"/>
          </ac:spMkLst>
        </pc:spChg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Bujjireddy mahitha" userId="fd0b72b5375f14f7" providerId="LiveId" clId="{7CF6EF40-42BB-492A-B78B-3E43A434F7D9}" dt="2026-03-17T03:47:19.291" v="39"/>
        <pc:sldMkLst>
          <pc:docMk/>
          <pc:sldMk cId="0" sldId="258"/>
        </pc:sldMkLst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58"/>
            <ac:spMk id="2" creationId="{00000000-0000-0000-0000-000000000000}"/>
          </ac:spMkLst>
        </pc:spChg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Bujjireddy mahitha" userId="fd0b72b5375f14f7" providerId="LiveId" clId="{7CF6EF40-42BB-492A-B78B-3E43A434F7D9}" dt="2026-03-17T03:47:19.291" v="39"/>
        <pc:sldMkLst>
          <pc:docMk/>
          <pc:sldMk cId="0" sldId="259"/>
        </pc:sldMkLst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59"/>
            <ac:spMk id="2" creationId="{00000000-0000-0000-0000-000000000000}"/>
          </ac:spMkLst>
        </pc:spChg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Bujjireddy mahitha" userId="fd0b72b5375f14f7" providerId="LiveId" clId="{7CF6EF40-42BB-492A-B78B-3E43A434F7D9}" dt="2026-03-17T03:47:19.291" v="39"/>
        <pc:sldMkLst>
          <pc:docMk/>
          <pc:sldMk cId="0" sldId="260"/>
        </pc:sldMkLst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60"/>
            <ac:spMk id="2" creationId="{00000000-0000-0000-0000-000000000000}"/>
          </ac:spMkLst>
        </pc:spChg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Bujjireddy mahitha" userId="fd0b72b5375f14f7" providerId="LiveId" clId="{7CF6EF40-42BB-492A-B78B-3E43A434F7D9}" dt="2026-03-17T03:47:19.291" v="39"/>
        <pc:sldMkLst>
          <pc:docMk/>
          <pc:sldMk cId="0" sldId="261"/>
        </pc:sldMkLst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61"/>
            <ac:spMk id="2" creationId="{00000000-0000-0000-0000-000000000000}"/>
          </ac:spMkLst>
        </pc:spChg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Bujjireddy mahitha" userId="fd0b72b5375f14f7" providerId="LiveId" clId="{7CF6EF40-42BB-492A-B78B-3E43A434F7D9}" dt="2026-03-17T03:47:19.291" v="39"/>
        <pc:sldMkLst>
          <pc:docMk/>
          <pc:sldMk cId="0" sldId="262"/>
        </pc:sldMkLst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62"/>
            <ac:spMk id="2" creationId="{00000000-0000-0000-0000-000000000000}"/>
          </ac:spMkLst>
        </pc:spChg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Bujjireddy mahitha" userId="fd0b72b5375f14f7" providerId="LiveId" clId="{7CF6EF40-42BB-492A-B78B-3E43A434F7D9}" dt="2026-03-17T03:47:19.291" v="39"/>
        <pc:sldMkLst>
          <pc:docMk/>
          <pc:sldMk cId="0" sldId="263"/>
        </pc:sldMkLst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63"/>
            <ac:spMk id="2" creationId="{00000000-0000-0000-0000-000000000000}"/>
          </ac:spMkLst>
        </pc:spChg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Bujjireddy mahitha" userId="fd0b72b5375f14f7" providerId="LiveId" clId="{7CF6EF40-42BB-492A-B78B-3E43A434F7D9}" dt="2026-03-17T03:47:19.291" v="39"/>
        <pc:sldMkLst>
          <pc:docMk/>
          <pc:sldMk cId="0" sldId="264"/>
        </pc:sldMkLst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64"/>
            <ac:spMk id="2" creationId="{00000000-0000-0000-0000-000000000000}"/>
          </ac:spMkLst>
        </pc:spChg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64"/>
            <ac:spMk id="3" creationId="{00000000-0000-0000-0000-000000000000}"/>
          </ac:spMkLst>
        </pc:spChg>
      </pc:sldChg>
      <pc:sldChg chg="modSp ord">
        <pc:chgData name="Bujjireddy mahitha" userId="fd0b72b5375f14f7" providerId="LiveId" clId="{7CF6EF40-42BB-492A-B78B-3E43A434F7D9}" dt="2026-03-17T03:47:19.291" v="39"/>
        <pc:sldMkLst>
          <pc:docMk/>
          <pc:sldMk cId="0" sldId="265"/>
        </pc:sldMkLst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65"/>
            <ac:spMk id="2" creationId="{00000000-0000-0000-0000-000000000000}"/>
          </ac:spMkLst>
        </pc:spChg>
        <pc:spChg chg="mod">
          <ac:chgData name="Bujjireddy mahitha" userId="fd0b72b5375f14f7" providerId="LiveId" clId="{7CF6EF40-42BB-492A-B78B-3E43A434F7D9}" dt="2026-03-17T03:47:19.291" v="39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mod modClrScheme chgLayout">
        <pc:chgData name="Bujjireddy mahitha" userId="fd0b72b5375f14f7" providerId="LiveId" clId="{7CF6EF40-42BB-492A-B78B-3E43A434F7D9}" dt="2026-03-17T03:52:04.709" v="48" actId="6264"/>
        <pc:sldMkLst>
          <pc:docMk/>
          <pc:sldMk cId="0" sldId="266"/>
        </pc:sldMkLst>
        <pc:spChg chg="mod ord">
          <ac:chgData name="Bujjireddy mahitha" userId="fd0b72b5375f14f7" providerId="LiveId" clId="{7CF6EF40-42BB-492A-B78B-3E43A434F7D9}" dt="2026-03-17T03:52:04.709" v="48" actId="6264"/>
          <ac:spMkLst>
            <pc:docMk/>
            <pc:sldMk cId="0" sldId="266"/>
            <ac:spMk id="2" creationId="{00000000-0000-0000-0000-000000000000}"/>
          </ac:spMkLst>
        </pc:spChg>
        <pc:spChg chg="mod ord">
          <ac:chgData name="Bujjireddy mahitha" userId="fd0b72b5375f14f7" providerId="LiveId" clId="{7CF6EF40-42BB-492A-B78B-3E43A434F7D9}" dt="2026-03-17T03:52:04.709" v="48" actId="6264"/>
          <ac:spMkLst>
            <pc:docMk/>
            <pc:sldMk cId="0" sldId="266"/>
            <ac:spMk id="3" creationId="{00000000-0000-0000-0000-000000000000}"/>
          </ac:spMkLst>
        </pc:spChg>
        <pc:spChg chg="add del mod ord">
          <ac:chgData name="Bujjireddy mahitha" userId="fd0b72b5375f14f7" providerId="LiveId" clId="{7CF6EF40-42BB-492A-B78B-3E43A434F7D9}" dt="2026-03-17T03:51:50.922" v="46" actId="700"/>
          <ac:spMkLst>
            <pc:docMk/>
            <pc:sldMk cId="0" sldId="266"/>
            <ac:spMk id="4" creationId="{FA6381C7-B7CE-1D7E-C873-1364B03BBECD}"/>
          </ac:spMkLst>
        </pc:spChg>
        <pc:spChg chg="add del mod">
          <ac:chgData name="Bujjireddy mahitha" userId="fd0b72b5375f14f7" providerId="LiveId" clId="{7CF6EF40-42BB-492A-B78B-3E43A434F7D9}" dt="2026-03-17T03:52:03.216" v="47" actId="6264"/>
          <ac:spMkLst>
            <pc:docMk/>
            <pc:sldMk cId="0" sldId="266"/>
            <ac:spMk id="5" creationId="{F3FC74F3-6C08-1BD6-2C85-0EF850782A36}"/>
          </ac:spMkLst>
        </pc:spChg>
        <pc:spChg chg="add del mod">
          <ac:chgData name="Bujjireddy mahitha" userId="fd0b72b5375f14f7" providerId="LiveId" clId="{7CF6EF40-42BB-492A-B78B-3E43A434F7D9}" dt="2026-03-17T03:52:03.216" v="47" actId="6264"/>
          <ac:spMkLst>
            <pc:docMk/>
            <pc:sldMk cId="0" sldId="266"/>
            <ac:spMk id="6" creationId="{44A3B5BD-8266-069F-B328-F26A04D43692}"/>
          </ac:spMkLst>
        </pc:spChg>
        <pc:spChg chg="add del mod">
          <ac:chgData name="Bujjireddy mahitha" userId="fd0b72b5375f14f7" providerId="LiveId" clId="{7CF6EF40-42BB-492A-B78B-3E43A434F7D9}" dt="2026-03-17T03:52:04.709" v="48" actId="6264"/>
          <ac:spMkLst>
            <pc:docMk/>
            <pc:sldMk cId="0" sldId="266"/>
            <ac:spMk id="7" creationId="{3EA2112D-8EEA-89D1-42B8-E879EAEE2A8D}"/>
          </ac:spMkLst>
        </pc:spChg>
        <pc:spChg chg="add del mod">
          <ac:chgData name="Bujjireddy mahitha" userId="fd0b72b5375f14f7" providerId="LiveId" clId="{7CF6EF40-42BB-492A-B78B-3E43A434F7D9}" dt="2026-03-17T03:52:04.709" v="48" actId="6264"/>
          <ac:spMkLst>
            <pc:docMk/>
            <pc:sldMk cId="0" sldId="266"/>
            <ac:spMk id="8" creationId="{8D630930-4E30-BE91-A40A-215DD8F29371}"/>
          </ac:spMkLst>
        </pc:spChg>
      </pc:sldChg>
      <pc:sldChg chg="modSp del mod">
        <pc:chgData name="Bujjireddy mahitha" userId="fd0b72b5375f14f7" providerId="LiveId" clId="{7CF6EF40-42BB-492A-B78B-3E43A434F7D9}" dt="2026-03-17T03:42:41.363" v="25" actId="2696"/>
        <pc:sldMkLst>
          <pc:docMk/>
          <pc:sldMk cId="0" sldId="267"/>
        </pc:sldMkLst>
        <pc:spChg chg="mod">
          <ac:chgData name="Bujjireddy mahitha" userId="fd0b72b5375f14f7" providerId="LiveId" clId="{7CF6EF40-42BB-492A-B78B-3E43A434F7D9}" dt="2026-03-17T03:42:14.625" v="24" actId="14100"/>
          <ac:spMkLst>
            <pc:docMk/>
            <pc:sldMk cId="0" sldId="267"/>
            <ac:spMk id="2" creationId="{00000000-0000-0000-0000-000000000000}"/>
          </ac:spMkLst>
        </pc:spChg>
        <pc:spChg chg="mod">
          <ac:chgData name="Bujjireddy mahitha" userId="fd0b72b5375f14f7" providerId="LiveId" clId="{7CF6EF40-42BB-492A-B78B-3E43A434F7D9}" dt="2026-03-17T03:41:55.228" v="22" actId="5793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008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4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19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61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15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14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15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18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38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3846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23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3005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36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06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25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5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Hospital Appointment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Web-Based Application</a:t>
            </a:r>
          </a:p>
          <a:p>
            <a:r>
              <a:t>Developed using HTML, CSS</a:t>
            </a:r>
          </a:p>
          <a:p>
            <a:r>
              <a:t>Purpose: Easy hospital appointment booking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allows patients to book appointments online.</a:t>
            </a:r>
          </a:p>
          <a:p>
            <a:r>
              <a:t>It reduces waiting time and improves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Simplify appointment booking</a:t>
            </a:r>
          </a:p>
          <a:p>
            <a:r>
              <a:t>• Reduce manual work</a:t>
            </a:r>
          </a:p>
          <a:p>
            <a:r>
              <a:t>• Provide user-friendly interface</a:t>
            </a:r>
          </a:p>
          <a:p>
            <a:r>
              <a:t>• Improve patient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HTML</a:t>
            </a:r>
          </a:p>
          <a:p>
            <a:r>
              <a:rPr dirty="0"/>
              <a:t>• CSS</a:t>
            </a:r>
          </a:p>
          <a:p>
            <a:r>
              <a:rPr dirty="0"/>
              <a:t>• JavaScript</a:t>
            </a:r>
          </a:p>
          <a:p>
            <a:r>
              <a:rPr dirty="0"/>
              <a:t>• Web Browser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Enter patient details</a:t>
            </a:r>
          </a:p>
          <a:p>
            <a:r>
              <a:t>• Select city, hospital, doctor</a:t>
            </a:r>
          </a:p>
          <a:p>
            <a:r>
              <a:t>• Choose date and time</a:t>
            </a:r>
          </a:p>
          <a:p>
            <a:r>
              <a:t>• Book appointment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Clean and simple design</a:t>
            </a:r>
          </a:p>
          <a:p>
            <a:r>
              <a:t>• Form-based input system</a:t>
            </a:r>
          </a:p>
          <a:p>
            <a:r>
              <a:t>• Responsive layout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details</a:t>
            </a:r>
          </a:p>
          <a:p>
            <a:r>
              <a:t>2. Selects hospital and doctor</a:t>
            </a:r>
          </a:p>
          <a:p>
            <a:r>
              <a:t>3. Chooses date and time</a:t>
            </a:r>
          </a:p>
          <a:p>
            <a:r>
              <a:t>4. Clicks 'Book Appointment'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Saves time</a:t>
            </a:r>
          </a:p>
          <a:p>
            <a:r>
              <a:t>• Easy to use</a:t>
            </a:r>
          </a:p>
          <a:p>
            <a:r>
              <a:t>• Accessible anytime</a:t>
            </a:r>
          </a:p>
          <a:p>
            <a:r>
              <a:t>• Reduces paperwork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database integration</a:t>
            </a:r>
          </a:p>
          <a:p>
            <a:r>
              <a:t>• No login system</a:t>
            </a:r>
          </a:p>
          <a:p>
            <a:r>
              <a:t>• Static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database</a:t>
            </a:r>
          </a:p>
          <a:p>
            <a:r>
              <a:t>• User login system</a:t>
            </a:r>
          </a:p>
          <a:p>
            <a:r>
              <a:t>• Payment integration</a:t>
            </a:r>
          </a:p>
          <a:p>
            <a:r>
              <a:t>• Email/SMS confirmation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/>
          <a:lstStyle/>
          <a:p>
            <a:r>
              <a:rPr lang="en-IN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>
            <a:normAutofit/>
          </a:bodyPr>
          <a:lstStyle/>
          <a:p>
            <a:r>
              <a:rPr lang="en-US"/>
              <a:t>This project demonstrates a basic online appointment system.</a:t>
            </a:r>
          </a:p>
          <a:p>
            <a:r>
              <a:rPr lang="en-US"/>
              <a:t>It can be improved into a full-stack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186</Words>
  <Application>Microsoft Office PowerPoint</Application>
  <PresentationFormat>On-screen Show (4:3)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Online Hospital Appointment System</vt:lpstr>
      <vt:lpstr>Introduction</vt:lpstr>
      <vt:lpstr>Objectives</vt:lpstr>
      <vt:lpstr>Technologies Used</vt:lpstr>
      <vt:lpstr>System Features</vt:lpstr>
      <vt:lpstr>User Interface</vt:lpstr>
      <vt:lpstr>Working Process</vt:lpstr>
      <vt:lpstr>Advantages</vt:lpstr>
      <vt:lpstr>Limitations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Bujjireddy mahitha</cp:lastModifiedBy>
  <cp:revision>1</cp:revision>
  <dcterms:created xsi:type="dcterms:W3CDTF">2013-01-27T09:14:16Z</dcterms:created>
  <dcterms:modified xsi:type="dcterms:W3CDTF">2026-03-17T03:52:11Z</dcterms:modified>
  <cp:category/>
</cp:coreProperties>
</file>